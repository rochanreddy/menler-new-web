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Decision-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chief-of-staff. One trustworthy read on the whole company, every Monday morning.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 Use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every Monday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unified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days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risk surfacing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hours for team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Decision-Intelligence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context is scattered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every Monday to compile what the CEO still doesn’t fully have.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messages across 12+ channels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Asana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task updates per week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PRs, CI runs, blockers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Drive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nobody annotated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every Monday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pulling context together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signal lag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time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for decisions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buried risks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“By the time I finish reading the weekly update, the issues are already two days old.”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CEO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Decision-Intelligence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every Sunday night → Monday morning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MCP servers attach to Slack, Asana, GitHub and Google Drive. Zero write permissions — the agent is a listener, not an actor.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MCP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MCP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MCP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Sunday at 11 PM the agent fetches the week’s deltas — shipped work, blocked items, spend movements, team sentiment.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delta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scan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diff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processes all signals together, ranks findings by urgency × blast radius, and writes a structured three-section briefing.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 use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ranking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briefing lands in the CEO’s inbox and Slack at 7 AM Monday. Every claim links back to its source — one tap.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drill-down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Decision-Intelligence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Claude with tool use over read-only MCP servers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 (Read-only MCP)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(Cowork)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run Sun 11 PM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context bundles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retries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delivery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 + Tool Use)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fusion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ranking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linking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email  ·  Slack DM  ·  7:00 AM Monday  ·  15-min read  ·  Full source drill-down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Decision-Intelligence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bloat. Every feature serves the CEO’s Monday morning.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Read-Only Connectors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Asana, GitHub &amp; Drive connected via MCP. No write permissions. Privacy-safe by design.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Decision Ranking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scored by urgency × blast radius. CEO sees the five things that matter — not a flat list of forty.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× blast-radius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only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One-Tap Source Drill-Down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briefing line carries a deep link. Tap any claim and land on the exact thread, task, or doc that generated it.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hunting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Auto-Delivered at 7 AM Monday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schedules the run every Sunday at 11 PM. The briefing is ready before the CEO opens their inbox.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scheduling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Slack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Manual Compilation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ops person assembles the update. No chief-of-staff formats a deck. System runs, CEO reads.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90-min prep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Decision-Intelligence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— every single Monday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days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average risk surfacing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status compilation by the team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meetings shift from update-reading to decision-making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and CoS bandwidth freed from the weekly context-compile task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flagged before they escalate — average two days earlier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 to its source — no need to ask anyone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improves over time as risk-ranking learns CEO’s patterns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15-minute brief is the one thing I read before any Monday call.”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 CEO persona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briefing.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Monday.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company clarity.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Decision-Intelligence Agent connects your tools, synthesises the week, and delivers a ranked 15-minute brief — automatically, every Monday at 7 AM.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