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56692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 Automation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Suite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29809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audit-ready agent that runs the standard operating procedures a team used to handle with a stack of manual checklists.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design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2024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2900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20840" y="43891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5303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8-12 hrs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9144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manager per week reclaimed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20840" y="1289304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3807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checklists replaced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20840" y="2139696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2311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12280" y="26151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dropped silently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20840" y="2990088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0815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12280" y="34655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for every action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Automation Suite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 runs on brittle checklists, and exceptions slip through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and operations each have their own manual checklists — with no shared view, no automatic escalation, and no audit trail.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" y="143992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Tickets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" y="1659382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separate checklists handled manually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250377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" y="2323529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 Requests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" y="2542985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routing to the right owner by default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133979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" y="3207131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Escalation Rules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" y="3426587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rules live in people’s heads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017581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" y="4090733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Requirements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" y="4310190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asks for logs that don’t exist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31720" y="3097403"/>
            <a:ext cx="22860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1366774"/>
            <a:ext cx="6080760" cy="804672"/>
          </a:xfrm>
          <a:prstGeom prst="roundRect">
            <a:avLst>
              <a:gd name="adj" fmla="val 9091"/>
            </a:avLst>
          </a:prstGeom>
          <a:solidFill>
            <a:srgbClr val="261F5C"/>
          </a:solidFill>
          <a:ln w="12700">
            <a:solidFill>
              <a:srgbClr val="261F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79776" y="143992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3822192" y="1476502"/>
            <a:ext cx="4764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checklists across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and ops teams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51760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shared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651760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3064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3064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03064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 through silently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54368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754368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clean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54368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651760" y="2921254"/>
            <a:ext cx="6080760" cy="640080"/>
          </a:xfrm>
          <a:prstGeom prst="roundRect">
            <a:avLst>
              <a:gd name="adj" fmla="val 10000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798064" y="3012694"/>
            <a:ext cx="5788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had a compliance review and couldn’t produce a log of who handled what. The process existed — the evidence didn’t.”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98064" y="3360166"/>
            <a:ext cx="5788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ops manager feedback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Automation Suite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steps, from incoming request to logged outcome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45870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5870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arrive from support and ops channels via MCP. The agent picks them up as they come in.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channel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channel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2920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intake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3433318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33318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intake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418588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9172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53562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3562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10612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28900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request is matched against the relevant SOP. The agent identifies the correct handler and the required steps.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10612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10612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match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610612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10612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route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610612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10612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26280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26864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61254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61254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18304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36592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requests are handled end-to-end. Exceptions are escalated immediately with full context attached.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18304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handle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18304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flag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18304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attach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633972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34556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568946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68946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25996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44284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— intake, decision, escalation and resolution — is written to an immutable audit log.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25996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25996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entry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825996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25996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alert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825996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25996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log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Automation Suite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capabilities that earn their place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complexity added. Every feature removes a manual step.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564767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6476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42163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Agent, Six Checklists Gone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8680" y="1641094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agentic workflow replaces all six manual checklists across support and ops — consistent behaviour every time.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0056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SOP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959602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59602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SOP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899148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9148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838694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38694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11480" y="2073656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271649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27164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68680" y="2128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Routing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" y="2347976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request is matched to its SOP and routed to the right owner automatically — no manual triage needed.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0056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0056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matching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899148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9148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Auto-routing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11480" y="2780538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2978531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97853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68680" y="283540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Escalation with Context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8680" y="3054858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request falls outside the SOP, it is escalated to the right person with the full request context already attached.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0056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0056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899148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99148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escalate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11480" y="3487420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02920" y="3685413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68541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68680" y="35422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Log for Every Action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68680" y="3761740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intake, routing decision, escalation and resolution is written to an immutable log — ready for compliance review.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20056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0056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log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899148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99148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Compliance-ready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11480" y="4194302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02920" y="4392295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5" name="Text 53"/>
          <p:cNvSpPr/>
          <p:nvPr/>
        </p:nvSpPr>
        <p:spPr>
          <a:xfrm>
            <a:off x="502920" y="439229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68680" y="424916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68680" y="4468622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020056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9" name="Text 57"/>
          <p:cNvSpPr/>
          <p:nvPr/>
        </p:nvSpPr>
        <p:spPr>
          <a:xfrm>
            <a:off x="5020056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899148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1" name="Text 59"/>
          <p:cNvSpPr/>
          <p:nvPr/>
        </p:nvSpPr>
        <p:spPr>
          <a:xfrm>
            <a:off x="6899148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Automation Suite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790000"/>
            <a:ext cx="83210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design with Cowork for orchestration and MCP into support and ops systems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45148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152463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 (MCP connectors)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9496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78608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requests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17720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intake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56832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triggers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210070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27444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34759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 (Cowork)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39496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agent runs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78608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request context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17720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retries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56832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escalations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0" y="292366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09740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" y="317055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 (SOP logic + escalation)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39496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matching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78608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78608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detect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17720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routing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656832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write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0" y="374662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392036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" y="399351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9496" y="4212971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request  ·  Escalation alert  ·  Resolution confirmation  ·  Audit log entry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Automation Suite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numbers that justify the build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8-12 hrs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21208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manager per week reclaimed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21736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534AB7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21736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31464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dropped or handled late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1992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1992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41720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ready for compliance review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2714970"/>
            <a:ext cx="5049317" cy="2113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unlocks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spend their time on decisions, not checklists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reach the right owner with full context — not a bare notification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SOP execution every time — no variation between agents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reviews become a log export, not an investigation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checklists, one agent, one place to audit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0525" y="3369165"/>
            <a:ext cx="3161995" cy="804672"/>
          </a:xfrm>
          <a:prstGeom prst="roundRect">
            <a:avLst>
              <a:gd name="adj" fmla="val 7955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6829" y="3478893"/>
            <a:ext cx="28693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had the same compliance finding two years in a row because there was no log. Now the audit trail writes itself.”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16829" y="3936093"/>
            <a:ext cx="28693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ops manager feedback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request handled.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exception escalated.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step logged.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255264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SOP Automation Suite replaces manual checklists with a single audit-ready agent that handles the routine and surfaces what needs a human.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3858768"/>
            <a:ext cx="201168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005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CEO Decision-Intelligence Agent</dc:title>
  <dc:subject>Project Overview</dc:subject>
  <dc:creator>Menler</dc:creator>
  <cp:lastModifiedBy>Menler</cp:lastModifiedBy>
  <cp:revision>1</cp:revision>
  <dcterms:created xsi:type="dcterms:W3CDTF">2026-06-09T18:45:29Z</dcterms:created>
  <dcterms:modified xsi:type="dcterms:W3CDTF">2026-06-09T18:45:29Z</dcterms:modified>
</cp:coreProperties>
</file>