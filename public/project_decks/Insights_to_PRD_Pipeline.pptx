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Insights-to-PRD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copilot that converts raw user signal into structured product requirements.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discovery-to-PRD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sources unified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evidence-backed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opportunity backlog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Insights-to-PRD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signal piles up faster than any PM can synthesise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Interviews, tickets, NPS and sales notes pile up unread — insights get lost, PRDs start blank.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Transcripts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user calls with no structured output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Tickets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tickets with no pattern extraction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NPS Comments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feedback sitting in a spreadsheet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Notes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recordings no one has time to 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 it into a PRD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 page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backlog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manual synthesis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have all this feedback. But by the time we synthesise it, we’ve already guessed half the requirements.”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PM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Insights-to-PRD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raw signal to shipped requirements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transcripts, support tickets, NPS comments and sales notes are ingested.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comments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notes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clustered into themed opportunities and recurring pain points by frequency.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clusters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frequency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rank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drafts a PRD with problem statement, goals and acceptance criteria per requirement.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structure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framing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is linked back to the user quotes and tickets that justify it.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output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links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Insights-to-PRD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bloat. Every feature serves the CEO’s Monday morning.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Feedback Clustering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Transcripts, tickets, NPS and sales notes clustered into themes automatically.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notes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Decision Ranking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goals and acceptance criteria drafted from clustered insights — ready to edit.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Quote-Level Traceability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links back to the exact user quotes and tickets that justify it.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quotes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Themed Opportunity Stack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ranked by signal frequency — a shared backlog the whole team can work from.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rank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backlog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Insights-to-PRD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Projects with multimodal ingestion and Cowork for drafting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(Multimodal ingestion)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transcripts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comments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notes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(Claude Projects)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clustering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ranking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generation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linking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 (Cowork)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template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PRD  ·  Opportunity stack  ·  Quote traceability  ·  Acceptance criteria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Insights-to-PRD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discovery-to-PRD turnaround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requirements evidence-backed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opportunity backlog the team trusts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redirected from synthesis to decision-making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backed by real user quotes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pain points surfaced automatically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review time halved — no more “where did this come from?”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PRD in one workflow, not two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used to spend two weeks in discovery before writing a single PRD line. Now it’s one session.”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PM persona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signal source.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 justified.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 in hours, not weeks.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Insights-to-PRD Pipeline synthesises every piece of user feedback into structured requirements — with traceability back to the evidence.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