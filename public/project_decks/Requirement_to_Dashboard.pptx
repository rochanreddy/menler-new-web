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Requirement-to-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Pipeline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converts messy stakeholder notes into a structured BRD and a first-pass dashboard spec ready for review.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+ HubSpot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 cycle reduction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generated per project from raw notes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built before requirements are clear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metric-to-requirement traceability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project is spent before building starts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the front half of every project translating vague stakeholder notes into requirements and a dashboard plan — before any building starts.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meeting notes with no structure or owner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shared with no context on what’s needed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Briefs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briefs written from memory, not requirements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Requests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requests because the spec was never pinned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time spent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chart is built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doc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sources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with stakeholders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start building before we’ve really nailed the requirements. Then we rebuild. Every project has this loop, and it’s always avoidable.”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analytics lead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notes to a reviewable dashboard spec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stakeholder notes and available source tables are ingested from Clay, HubSpot and BigQuery into Claude Projects.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+ HubSpot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structures the notes into a business requirements document — goals, metrics, dimensions and acceptance criteria.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extract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map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list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 dashboard spec is scaffolded: metrics, dimensions, chart types and a proposed layout — ready for analyst review.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spec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draft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first-pass exploratory data analysis runs on the source tables to surface distributions, nulls and candidate joins.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candidates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 for persistent context, with connectors to Clay, HubSpot and BigQuery for source data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(Connectors)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contacts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CRM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tables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(Claude Projects)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awareness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support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(BRD + Dashboard spec + EDA)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document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spec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report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index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BRD  ·  Dashboard spec  ·  EDA first pass  ·  Metric-to-requirement traceability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building before the spec is right. Every feature shortens the loop between notes and chart.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Notes-to-BRD Structuring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meeting notes and stakeholder inputs are structured into a business requirements document with goals, metrics, dimensions and acceptance criteria.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Auto-Scaffolded Dashboard Spec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 dashboard spec is generated from the BRD — metrics, dimensions, chart types and a proposed layout — ready for analyst review before any building starts.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draft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First-Pass Exploratory Analysis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EDA runs on the source tables: distributions, nulls, candidate joins and anomalies surfaced before the analyst touches the data.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audit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Metric-to-Requirement Traceability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in the dashboard spec links back to the requirement and the stakeholder input that justified it — no orphan charts.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back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Requirement-to-Dashboard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requirement-to-dashboard cycle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before a single chart is built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loops with stakeholders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start building from a pinned spec, not guesswork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review a structured BRD, not raw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traces back to the requirement that justified 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surfaces data quality issues before the dashboard design starts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 retains context across the full project lifecycle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used to spend a week going back and forth on what the dashboard should even show. Now we agree on the BRD first and the build is clean.”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analytics lead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in.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BRD out.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spec ready.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Requirement-to-Dashboard Pipeline structures what stakeholders actually need before any chart is built — so analysts build once and build right.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