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56692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Hygiene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Autopilot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9809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autopilot that turns call and meeting transcripts into clean CRM updates and next-step tasks — with no rep data entry.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Konnector.io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20840" y="43891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530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 hrs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914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week recovered from CRM admin per rep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0840" y="128930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80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data entry after calls or meetings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2139696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311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26151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pipeline data, not stale logs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20840" y="2990088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81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4655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slips between calls and CRM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Hygiene Autopilot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Reps skip CRM updates and the pipeline goes stale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skip CRM updates because manual logging after every call is tedious — so the pipeline data leaders rely on is stale, incomplete and unreliable.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" y="143992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Transcripts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1659382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 sitting in Gong, not in the CRM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250377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" y="2323529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Records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2542985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updated inconsistently or not at all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133979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" y="3207131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Data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426587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stage, next steps and context missing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017581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" y="4090733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 Tasks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" y="4310190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 created manually if remembered at all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3097403"/>
            <a:ext cx="22860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1366774"/>
            <a:ext cx="6080760" cy="804672"/>
          </a:xfrm>
          <a:prstGeom prst="roundRect">
            <a:avLst>
              <a:gd name="adj" fmla="val 9091"/>
            </a:avLst>
          </a:prstGeom>
          <a:solidFill>
            <a:srgbClr val="261F5C"/>
          </a:solidFill>
          <a:ln w="12700">
            <a:solidFill>
              <a:srgbClr val="261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9776" y="143992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 hrs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822192" y="1476502"/>
            <a:ext cx="4764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rep per week lost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manual CRM admin after calls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51760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51760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data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3064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3064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3064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tasks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54368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54368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54368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between calls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51760" y="2921254"/>
            <a:ext cx="6080760" cy="640080"/>
          </a:xfrm>
          <a:prstGeom prst="roundRect">
            <a:avLst>
              <a:gd name="adj" fmla="val 10000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98064" y="301269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“After every call I know I should update the CRM. But there are four more calls in the afternoon and it never happens. By Friday it’s all guesswork.”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98064" y="3360166"/>
            <a:ext cx="5788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enterprise rep feedback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Hygiene Autopilot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from transcript to clean CRM and next-step task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45870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5870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Gong captures the full transcript of every call and meeting automatically — nothing for the rep to do.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Gong capture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Auto-record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433318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3318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 trigger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18588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9172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3562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3562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0612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28900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transcript is processed into a structured summary: outcome, key commitments, objections and context.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10612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0612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610612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0612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10612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0612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26280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61254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1254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relevant CRM fields are updated — deal stage, next action date, notes and contact details — via Konnector.io.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18304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write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18304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update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18304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push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633972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34556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68946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8946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25996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44284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next-step follow-up task is created in the CRM and assigned to the rep — dated, described and ready.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25996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25996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created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25996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5996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assigned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825996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5996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+ described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Hygiene Autopilot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790000"/>
            <a:ext cx="83210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Gong for transcripts, wired through Zapier and Konnector.io into the CRM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45148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52463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  (Gong)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transcript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78608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data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56832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context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070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27444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34759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 (Zapier)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on call end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78608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summary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payload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56832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to CRM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292366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09740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317055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SYNC  (Konnector.io)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9496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mapping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78608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8608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logic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write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56832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creation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374662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92036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" y="399351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9496" y="4212971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fields updated  ·  Deal stage current  ·  Follow-up task created  ·  Rep notified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Hygiene Autopilot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capabilities that earn their place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post-call admin. Every feature removes a manual step from the rep’s day.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564767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647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2163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Transcript Capture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1641094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Gong records and transcribes every call and meeting automatically. The rep ends the call and the transcript is already queued for processing.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0056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Gong record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59602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9602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Auto-transcribe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899148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9148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setup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38694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8694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" y="2073656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271649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2716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2128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Summaries per Interaction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2347976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transcript is condensed into a structured outcome summary — what was discussed, what was committed to, and what objections were raised.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0056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99148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 logged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2780538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2978531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9785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283540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Hands-Free CRM Field Updates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3054858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Konnector.io maps the summary to the right CRM fields and writes them automatically — deal stage, next action date, notes and contact details updated without a rep touching anything.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0056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0056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Auto-mapped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99148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9148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entry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1480" y="3487420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" y="3685413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6854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68680" y="35422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Auto-Created Follow-Up Tasks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" y="3761740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next-step task is created in the CRM for every call that requires follow-up — correctly named, dated and assigned to the rep.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0056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0056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Auto-assigned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99148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9148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+ named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1480" y="4194302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439229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02920" y="43922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68680" y="424916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68680" y="4468622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20056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5020056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99148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6899148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Hygiene Autopilot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that justify the build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 hrs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rep per week recovered from CRM admin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1736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534AB7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21736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Cleaner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31464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pipeline data leaders can rely 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1992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1992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41720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slips between calls and the CRM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714970"/>
            <a:ext cx="5049317" cy="2113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Reps spend their time selling, not logging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data reflects what actually happened on every call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tasks exist for every deal that needs them — no gaps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get accurate forecasting data without chasing reps for updates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quality and field mapping improve as call patterns are refined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0525" y="3369165"/>
            <a:ext cx="3161995" cy="804672"/>
          </a:xfrm>
          <a:prstGeom prst="roundRect">
            <a:avLst>
              <a:gd name="adj" fmla="val 7955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6829" y="3478893"/>
            <a:ext cx="2869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can’t remember the last time I manually updated a deal. After every call it’s already there.”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6829" y="3936093"/>
            <a:ext cx="2869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enterprise rep feedback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call logged.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task created.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rep data entry.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255264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CRM Hygiene Autopilot turns every call and meeting transcript into a clean CRM update and next-step task — automatically, with no rep involvement.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858768"/>
            <a:ext cx="201168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Decision-Intelligence Agent</dc:title>
  <dc:subject>Project Overview</dc:subject>
  <dc:creator>Menler</dc:creator>
  <cp:lastModifiedBy>Menler</cp:lastModifiedBy>
  <cp:revision>1</cp:revision>
  <dcterms:created xsi:type="dcterms:W3CDTF">2026-06-09T18:45:29Z</dcterms:created>
  <dcterms:modified xsi:type="dcterms:W3CDTF">2026-06-09T18:45:29Z</dcterms:modified>
</cp:coreProperties>
</file>