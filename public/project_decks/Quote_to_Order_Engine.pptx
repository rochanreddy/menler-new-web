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Quote-to-Order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Engine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turns inbound quotes into clean, validated orders automatically — escalating only the ones that genuinely need a human.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standard quotes processed untouched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order-entry errors on straight-through quotes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raised only for true exceptions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pass per line item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Quote-to-Order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quote is hand-keyed, line by line, by ops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teams manually validate catalog and pricing rules for every quote, enter orders by hand, and have no systematic way to flag errors before they ship.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Inbound Quotes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and CRM entries read and re-keyed manually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Catalog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SKUs and pricing rules checked by eye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Rules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validation before order creation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Orders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discovered after orders are already submitted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ops time per 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manual quote-to-order entry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rule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at entry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post-submission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scale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without adding headcount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check every line against the catalog manually. When we miss something, the error surfaces in fulfilment, not at entry.”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ops manager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Quote-to-Order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inbound quote to clean order or escalated exception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quotes are read from email and the CRM and parsed into structured line items by Claude.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intake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ingest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parsing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extract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is validated against the product catalog and pricing rules. Mismatches are flagged immediately.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check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mismatch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that pass validation are automatically converted into clean, correctly-keyed orders in the CRM.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write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are raised as Jira stories with the full quote context, flagged lines and suggested resolution attached.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owner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Quote-to-Order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Salesforce Agentforce orchestration with Claude API for extraction and validation, plus Python catalog checks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(Email + CRM)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quotes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opportunities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PDFs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history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(Agentforce)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ingest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Claude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actions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(Claude API + Python)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extraction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validation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check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flag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order in CRM  ·  Confirmation to sales  ·  Jira story for exceptions  ·  Full context attached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Quote-to-Order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touchpoints on clean quotes. Every feature targets a failure mode in the current process.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Parsing into Structured Line Items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quote from email or CRM and extracts every line item — SKU, quantity, price and terms — into a structured object.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and Pricing-Rule Validation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extracted line is checked against the live product catalog and pricing rules. Mismatches, discontinued SKUs and invalid discounts are flagged before order creation.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check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rules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Straight-Through Order Creation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that pass validation are written directly into the CRM as clean orders — no human touch required on the standard path.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key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Exception-Only Jira Stories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quote fails validation, a Jira story is raised automatically with the full quote, the flagged lines and a suggested resolution — ready for a human to act on.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Auto-raised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Quote-to-Order Engine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standard quotes processed untouched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order-entry errors on straight-through quotes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only on true exceptions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team capacity redirected from data entry to exception handling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caught at validation, not discovered in fulfilment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get faster order confirmation on clean quotes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Jira exception arrives with full quote context — no manual re-investigation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 rate improves as catalog and pricing rules are refined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“Seven out of ten quotes now create an order without anyone touching them. The three that need us actually need us.”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ops manager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standard quote processed.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exception surfaced.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manual entry on the standard path.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Quote-to-Order Engine validates every inbound quote, creates clean orders automatically and escalates only the exceptions that genuinely need a human.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