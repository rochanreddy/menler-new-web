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Support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Service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support assistant that answers retail ops questions from the company’s own catalogs, SOPs and ticket history — with sources attached.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 to senior engineers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sources ingested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answers cite a source document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with context attached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 RAG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 answers are buried, so everything escalates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retail staff escalate routine questions to senior engineers because the answers are buried across catalogs, SOPs and old support tickets.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pricing and availability in PDFs no one searches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docs that are never consulted at point of need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History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tickets with answers already in them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Wikis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that exists but is never surfaced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senior engineering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questions with known answers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to search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sources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default path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“Half of what gets escalated to me is a question the answer already exists for. It’s just buried somewhere no one knows to look.”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senior engineer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 RAG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documents to a grounded, sourced answer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catalogs, SOPs and resolved tickets are chunked, embedded and stored in a Pinecone vector store.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incoming query is embedded and the most relevant chunks are retrieved by cosine similarity.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using only the retrieved context and attaches the source document name to every response.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gen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attach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out-of-scope queries are routed to a human with the gathered context already attached.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handoff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bundle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 RAG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hallucinations, no blind escalations. Every feature serves the frontline query.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 over Three Knowledge Sources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catalogs, SOPs and resolved tickets are chunked, embedded and stored in Pinecone — one search across all three.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Citation on Every Answer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cites the source document name in every response — frontline staff can verify the answer and trust it.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citation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Confidence-Gated Escalation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responses trigger an automatic escalation to a human — with the retrieved context already bundled in.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escalate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bundled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Endpoint, Drops into Existing Tools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FastAPI endpoint integrates into any existing support tool — ticketing system, chat platform or internal portal.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 RAG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Python/FastAPI service with Pinecone for retrieval and Claude API for grounded generation, versioned in Git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(Python pipeline)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tickets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(Pinecone)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rerank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bundle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(Claude API)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inject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gate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response  ·  Cited answer  ·  Source doc  ·  Confidence score  ·  Human escalation path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 RAG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escalations to senior engineers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answers for frontline staff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time freed for real work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staff get answers in seconds, not via a ticket to engineering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traceable to a source — staff trust the response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queries still go to a human — with context already bundled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stays current as catalogs and SOPs are re-ingested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 drops as the vector store covers more known queries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questions that reach me now are genuinely hard. The ones with known answers never make it through anymore.”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senior engineer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question answered.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answer sourced.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person every time.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Support RAG Service grounds every answer in the company’s own knowledge — with sources attached and a confidence gate before any human handoff.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