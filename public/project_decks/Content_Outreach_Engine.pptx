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&amp; Outreach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campaign engine that expands one strategic brief into a full multichannel sequence — on brand and on schedule.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patterns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output velocity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from one brief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author voice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drift across authors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Outreach Engine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brief, five channels, and brand voice drifts every time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single brief into blog, email, social and ads consistently is slow — and the voice drifts across channels and authors every time.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separately, no shared brief or voice guide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tone each send, no format consistency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from a different author every sprint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Ads &amp; Sales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and variants written from scratch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brief-to-live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 full campaign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drifts every sprint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shared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or template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from scratch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brief a campaign and get five pieces of content that sound like five different companies. There’s no single voice we can point to.”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marketing team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Outreach Engine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one brief to a live multichannel campaign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strategic brief is the input — positioning, audience, goal and tone. Everything downstream derives from it.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guide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post, email sequence, LinkedIn variants and ad copy are generated in parallel from the brief.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post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sequence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variants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brand-voice Skill runs over every output and corrects tone, word choice and format before publish.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check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correction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enforce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sequence is scheduled across channels and A/B variants are set up automatically.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publish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variants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timing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Outreach Engine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disconnected tools. Every feature serves the brief all the way to live.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Brief into Five Channels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brief generates blog, email, LinkedIn, ad copy and sales sequences — coordinated and consistent.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Brand-Voice Skill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Skill locks tone, word choice and format. Every output passes through it before publish — regardless of channel.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lock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enforce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A/B Variant Generation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lines, headlines and CTAs are generated in A/B pairs automatically — ready to drop into any test framework.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A/B pairs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Test-ready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Cross-Channel Scheduling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connectors push each asset to its channel on the right day and time — blog, email, social and ads all in sequence.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publish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sequence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Outreach Engine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patterns and a brand-voice Skill, with MCP connectors into publishing and scheduling tools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(Strategic brief)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guide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 (Prompt patterns)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post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sequence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copy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variants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 (Brand-voice Skill)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check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correction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enforce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pairs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 ·  Email sequence  ·  LinkedIn posts  ·  Ad copy  ·  Sales sequences  ·  Scheduled and live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Outreach Engine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output velocity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voice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channel and author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brief-to-live turnaround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Marketers brief once and the campaign writes itself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is consistent regardless of who authored which piece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variants generated automatically — no manual duplication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channels scheduled from one brief, not five separate briefs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Skill improves as the brand evolves — redeploy once, consistent everywhere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used to spend two days turning a brief into campaign assets. Now it’s a morning. And it sounds like us every time.”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marketing lead feedback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brief.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channel.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on brand.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Engine takes one strategic brief and expands it into a full multichannel campaign — consistent voice, A/B ready, scheduled and live.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