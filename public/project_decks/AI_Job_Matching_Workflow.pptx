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Job-Matching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that scores candidates against open roles with reasoning and drops ranked shortlists straight into the recruiter’s queue.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shortlisting effort per role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comes with explicit reasoning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screening criteria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shortlist per role, auto-built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Job-Matching Workflow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screening is slow, inconsistent and undocumented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read every resume against every open role manually — slow, inconsistent and with no record of why each candidate was advanced or rejected.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Incoming Resumes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PDFs, no consistent extraction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Roles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buried in free-text job descriptions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Notes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criteria varies by recruiter and mood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 Queue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why a candidate was shortlisted or passed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open role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manual resume triage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rubric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audit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on decisions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per recruiter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can spend four hours on a role and still not be sure I’ve ranked them right. And the next person does it completely differently.”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recruiter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Job-Matching Workflow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raw resume to ranked shortlist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resumes are parsed by Claude into structured candidate profiles — skills, experience, education and role signals extracted from any format.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extract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signals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profile is matched against the open role’s requirements. Gaps and strengths are identified explicitly.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mapping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flag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scores the fit and writes a brief reasoning note — why this candidate ranks where they do, in plain language.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position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note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ranked shortlist is routed into the recruiter queue via Make, ready to review in the Lovable interface.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queue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UI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action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Job-Matching Workflow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parsing and scoring, orchestrated through Make, with a Lovable-built recruiter interface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(Resumes + Role specs)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resumes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exports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requirements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criteria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(Make)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 upload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Claude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state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shortlist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 (Claude)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gen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ordering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shortlist  ·  Reasoning per candidate  ·  Recruiter queue in Lovable  ·  One-click review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Job-Matching Workflow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black-box scoring. Every feature makes the recruiter’s decision faster and more defensible.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Parsing into Structured Profiles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skills, experience, education and role signals from any resume format into a consistent structured profile — no template required.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Role-by-Role Fit Scoring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is scored against the specific role’s requirements — not a generic rubric. The same candidate gets a different score for a different role.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gaps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Reasoning per Match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comes with a plain-language explanation of why the candidate ranks where they do — what fits, what’s missing, and what to probe in interview.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ready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Auto-Built Recruiter Shortlist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routes the ranked shortlist into the Lovable recruiter interface automatically — the queue is ready the moment the last resume is processed.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queue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Job-Matching Workflow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shortlisting effort per role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ranking across every role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candidates, not triage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start from a reasoned shortlist, not a pile of unread PDFs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ranking decision is traceable and defensible — useful for compliance and feedback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Time-to-shortlist drops significantly for high-volume roles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criteria across all roles and all recruiters — no drift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improves as role requirements and feedback are refined over 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used to spend half a day shortlisting. Now I spend twenty minutes reviewing a ranked list with reasoning. I’m actually reading the candidates, not sorting them.”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recruiter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candidate scored.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rank explained.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Recruiters on the work that matters.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Job-Matching Workflow scores every candidate against every role with transparent reasoning — and routes the shortlist straight to the recruiter.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