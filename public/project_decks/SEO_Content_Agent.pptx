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SEO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takes a topic brief all the way to a published, on-brand article — research, draft, metadata and links included.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output with no added headcount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on-brand voice across every piece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CMS steps on the standard path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pieces, not just drafts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stalls between brief, draft and CMS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stalls between briefing, drafting and the manual work of formatting, linking and publishing — slowing output and adding ops burden to every piece.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Briefs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 sitting in docs, not moving to publish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Queue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waiting for metadata and link 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CMS entry for every formatted piece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Backlog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bottlenecked by ops, not ideas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brief to published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on the manual path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brand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enforcement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formatting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added by hand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have 40 briefs and publish 6 a month. The bottleneck isn’t ideas or writing — it’s everything after the first draft.”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content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topic brief to published article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brief is submitted — target keyword, audience, angle and tone. Everything downstream derives from it.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guide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via OpenRouter researches the topic and drafts a full on-brand article, structured for SEO and written in the brand voice.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check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title, description, internal links and heading structure are generated and inserted automatically.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pushes the finished article straight to the CMS — formatted, tagged and ready to publish with one click.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push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+ formatted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review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via OpenRouter for generation, orchestrated end-to-end with n8n into the CMS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(Topic brief)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guide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(n8n)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on brief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Claude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state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push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(Claude via OpenRouter)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draft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structure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CMS-ready article  ·  Meta title + description  ·  Internal links  ·  One-click publish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steps after the brief. Every feature closes the gap between idea and published article.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Brief-to-Draft Generation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takes a topic brief and produces a full, structured article — research, outline and on-brand prose in one run via OpenRouter.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Brand-Voice Adherence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article is generated against a brand voice guide — consistent tone, vocabulary and style across every piece, regardless of topic or author.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guide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Metadata and Internal Linking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title, meta description, heading tags and internal links are generated and inserted automatically — no manual SEO pass needed.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Auto-inserted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SEO-ready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CMS Publishing via n8n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pushes the finished article directly to the CMS — formatted, tagged and ready to publish without any manual upload or copy-paste.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push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CMS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4×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output with no added headcount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voice across every article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pieces, not just drafts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team focuses on briefs and strategy, not production ops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arrives at the CMS formatted, tagged and linked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linking and metadata done automatically on every article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volume scales without adding writers or ops headcount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voice improves as the voice guide and examples are refined over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went from 6 articles a month to 24 without hiring anyone. The briefs go in and the articles come out — formatted, linked and CMS-ready.”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content team feedback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in.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article out.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manual steps in between.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SEO Content Agent takes any topic brief all the way to a published, on-brand article — research, draft, metadata, internal links and CMS delivery included.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