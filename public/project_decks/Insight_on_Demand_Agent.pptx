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Insight-on-Demand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text-to-insight agent that answers plain-English business questions against the warehouse with narrated results and charts.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leadership questions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in, narrated insight out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freed from ad-hoc pulls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access, no raw SQL needed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Insight-on-Demand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questions wait days behind the data team queue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questions queue behind the data team — so a simple number takes two days to answer and the CEO’s office is always waiting on a human for every insight.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Questions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need a number, not a meeting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Team Queue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team managing a backlog of ad-hoc pulls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turnaround on a simple filter question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Ad-Hoc Requests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tables returned with no narrative or context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leadership question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self-serve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option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tables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narrative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ad-hoc, not projects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“Half my questions don’t need an analyst. They need someone to run a filter and tell me what it means. That shouldn’t take two days.”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leadership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Insight-on-Demand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plain-English question to narrated insight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business question is submitted — no SQL, no schema knowledge required from the person asking.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needed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translates the question into SQL scoped to the governed warehouse schema — validated before execution.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runs against BigQuery. Results are validated and anomalies flagged. Comet logs the run for observability.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check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log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narrates the result in plain language and generates supporting charts — no raw table handed back.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insight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charts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Insight-on-Demand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query generation and narration over BigQuery, with Comet for observability on every run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(Plain-English question)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rules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queries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(Claude + BigQuery)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(Comet)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logging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tracking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capture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audit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insight  ·  Supporting charts  ·  Source SQL visible  ·  Drill-through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Insight-on-Demand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required. No waiting. Every feature puts the answer in the leader’s hands directly.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to 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translates plain-English questions into SQL scoped to the governed warehouse schema — validated before execution, no schema knowledge required from the user.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parse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Warehouse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access is governed — schema scoping, row-level security and query validation ensure leaders can ask freely without risk of data sprawl.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scoped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Narrated Insights, Not Raw Tables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come back as narrated insights in plain language — what the number means, what changed, and what to watch — not a data dump.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Charts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charts are generated automatically from the query results — trend lines, distributions and comparisons without any manual chart work.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Insight-on-Demand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any leadership question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team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from the ad-hoc backlog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decisions from better data access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asks questions in seconds and gets a narrated answer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works on analysis, not ad-hoc query requests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SQL is always visible — leaders can trust and verify every number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logs every run for audit, latency tracking and error review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 improves as query patterns and schema evolve over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used to wait two days for a number I could describe in one sentence. Now I type the question and I have the answer — with a chart — before my next meeting.”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leadership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question.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an answer.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waiting.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Insight-on-Demand Agent translates any plain-English business question into a narrated insight with charts — directly from the warehouse, instantly.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