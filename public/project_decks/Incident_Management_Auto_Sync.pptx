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56692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Management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Auto-Sync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9809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no-touch sync that classifies incidents and keeps live operational dashboards current without any analyst data entry.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Apps Script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Data Studio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20840" y="43891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5303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 hrs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9144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 of manual logging eliminated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20840" y="1289304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380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data entry on the sync path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0840" y="2139696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2311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26151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dashboards, no manual refresh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20840" y="2990088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0815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34655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classification taxonomy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Auto-Sync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 are only as fresh as the last manual export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manually export incidents from ServiceNow, categorise them and update dashboards — hours of repetitive logging every week that add no analytical value.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" y="143992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ServiceNow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" y="1659382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queue exported by hand each week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250377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" y="2323529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Sheets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" y="2542985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applied inconsistently across analysts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133979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" y="3207131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Studio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" y="3426587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stale until someone manually refreshes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017581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" y="4090733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Records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" y="4310190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logging that add no analytical value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31720" y="3097403"/>
            <a:ext cx="22860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1366774"/>
            <a:ext cx="6080760" cy="804672"/>
          </a:xfrm>
          <a:prstGeom prst="roundRect">
            <a:avLst>
              <a:gd name="adj" fmla="val 9091"/>
            </a:avLst>
          </a:prstGeom>
          <a:solidFill>
            <a:srgbClr val="261F5C"/>
          </a:solidFill>
          <a:ln w="12700">
            <a:solidFill>
              <a:srgbClr val="261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9776" y="143992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hrs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3822192" y="1476502"/>
            <a:ext cx="4764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 on manual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export, categorise and dashboard updates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51760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51760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between exports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3064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3064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3064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54368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54368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audit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54368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on category changes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651760" y="2921254"/>
            <a:ext cx="6080760" cy="640080"/>
          </a:xfrm>
          <a:prstGeom prst="roundRect">
            <a:avLst>
              <a:gd name="adj" fmla="val 10000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798064" y="3012694"/>
            <a:ext cx="5788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“By Wednesday the dashboard is already showing Monday’s numbers. If something spikes Tuesday night, we’re finding out in the Friday review.”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98064" y="3360166"/>
            <a:ext cx="5788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ops manager feedback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Auto-Sync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from ServiceNow queue to live dashboard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45870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5870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ServiceNow API is connected to Google Sheets via Apps Script. New and updated incidents are pulled on a schedule.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API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token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fields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433318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33318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pull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418588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9172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3562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3562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10612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28900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classifies each incident by type and severity using the full incident description — consistently, at scale.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10612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0612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label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610612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10612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10612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0612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26280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26864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61254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61254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18304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Refresh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36592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Script runs on a timed trigger to pull deltas and refresh the working dataset in Sheets — no manual step needed.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18304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trigger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18304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fetch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18304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write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633972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34556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568946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68946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25996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44284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Studio reads from the live Sheets dataset. Dashboards update automatically as new incidents land.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25996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25996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charts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25996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25996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thresholds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825996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25996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Auto-Sync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790000"/>
            <a:ext cx="83210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ServiceNow to Google Apps Script integration with Gemini for classification, surfaced through Data Studio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45148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52463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(ServiceNow API)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queue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78608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mapping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filter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56832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auth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10070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27444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34759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 (Google Apps Script)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9496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trigger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78608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deltas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to Sheets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56832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Gemini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292366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09740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" y="317055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(Gemini)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39496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label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78608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78608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17720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flag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56832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374662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92036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" y="399351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9496" y="4212971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Studio dashboard  ·  Always-current incident data  ·  Classified and drill-through ready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Auto-Sync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capabilities that earn their place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 bloat. Every feature serves the CEO’s Monday morning.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564767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6476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2163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ServiceNow-to-Sheets API Sync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1641094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Asana, GitHub &amp; Drive connected via MCP. No write permissions. Privacy-safe by design.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0056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959602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59602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899148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9148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sync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38694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8694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11480" y="2073656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271649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27164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" y="2128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Decision Ranking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2347976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classifies each incident by type and severity from the full incident description — consistent taxonomy every time, at any volume.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0056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0056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+ severity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99148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9148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1480" y="2780538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2978531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97853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8680" y="283540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Refresh via Apps Script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8680" y="3054858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Script runs on a timed trigger to pull the latest deltas and update the Sheets dataset — no analyst needs to touch anything.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0056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0056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trigger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899148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9148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run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1480" y="3487420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2920" y="3685413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68541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68680" y="35422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Always-Current Operational Dashboards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68680" y="3761740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Studio reads directly from the refreshed Sheets dataset. Dashboards show current incident data at any point in the day.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0056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0056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refresh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899148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9148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Studio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11480" y="4194302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2920" y="4392295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" name="Text 53"/>
          <p:cNvSpPr/>
          <p:nvPr/>
        </p:nvSpPr>
        <p:spPr>
          <a:xfrm>
            <a:off x="502920" y="439229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68680" y="424916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68680" y="4468622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020056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5020056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899148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1" name="Text 59"/>
          <p:cNvSpPr/>
          <p:nvPr/>
        </p:nvSpPr>
        <p:spPr>
          <a:xfrm>
            <a:off x="6899148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Auto-Sync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numbers that justify the build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 hrs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1208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 of manual logging eliminated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21736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534AB7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21736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31464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dashboards, no manual refresh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1992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1992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41720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classification taxonomy across all incidents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714970"/>
            <a:ext cx="5049317" cy="2113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unlocks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redirect 10 hours a week from logging to analysis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reflect the current state at any point, not just after a manual update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spikes visible in near-real-time, not at the next review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classification is consistent and auditable — no analyst variation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improves over time as risk-ranking learns CEO’s patterns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0525" y="3369165"/>
            <a:ext cx="3161995" cy="804672"/>
          </a:xfrm>
          <a:prstGeom prst="roundRect">
            <a:avLst>
              <a:gd name="adj" fmla="val 7955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6829" y="3478893"/>
            <a:ext cx="28693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15-minute brief is the one thing I read before any Monday call.”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6829" y="3936093"/>
            <a:ext cx="28693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ops manager feedback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live.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classified.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manual steps.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255264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Incident Management Auto-Sync connects ServiceNow to live dashboards without any analyst involvement — current data, consistent categories, every hour of the day.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3858768"/>
            <a:ext cx="201168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005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 Decision-Intelligence Agent</dc:title>
  <dc:subject>Project Overview</dc:subject>
  <dc:creator>Menler</dc:creator>
  <cp:lastModifiedBy>Menler</cp:lastModifiedBy>
  <cp:revision>1</cp:revision>
  <dcterms:created xsi:type="dcterms:W3CDTF">2026-06-09T18:45:29Z</dcterms:created>
  <dcterms:modified xsi:type="dcterms:W3CDTF">2026-06-09T18:45:29Z</dcterms:modified>
</cp:coreProperties>
</file>