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PMO Status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writes the weekly leadership update, grounded in what actually happened.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 hrs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PM per week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sources unified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status writing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20840" y="2990088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12280" y="34655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update format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Status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lose hours every week stitching together status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boards, commit logs and stand-up notes live in separate tools — with no single view of what’s actually happening.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Boards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updates, velocity and blockers in Jira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Commits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merged, deploys and CI status in Git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Stand-up Notes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blockers and decisions in Confluence or Notion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Calendar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with no pre-drafted update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hrs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status every week per PM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detection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every team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spend Friday afternoon pulling together status from five different places. By the time I send it, half the team has already moved on.”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PM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Status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raw project data to leadership update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 pull live data from sprint boards, code commits and stand-up notes.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boards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notes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Progress, blockers and slippage are combined into one timeline across all three sources.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timeline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map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delta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trending late are flagged before they actually miss — not after.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leadership update is drafted in the team’s voice, with risks and next-week asks.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update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callouts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Next-week asks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Status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dashboard bloat. Every feature serves the CEO’s Monday morning.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Jira, Git and Notes Unified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boards, code commits and stand-up notes pulled into a single timeline automatically.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Decision Ranking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trending late are flagged before they actually slip — giving leadership time to act.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scoring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Pre-miss alerts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Exec-Ready Update in Your Tone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update is drafted in the team’s voice — ready to send with minimal editing.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voice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edits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Asks for Leadership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Decisions, unblocks and budget requests are surfaced explicitly — no hunting through paragraphs.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requests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Status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connectors, Cowork scheduling and Skills for the report format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(MCP Connectors)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sprint boards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 notes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deploy logs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 (Cowork)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weekly run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source bundles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retries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delivery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 (Claude)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fusion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scoring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callouts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extraction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update  ·  Risk flags  ·  Slippage alerts  ·  Next-week asks  ·  Skills-locked format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 Status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6+ hrs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PM per week saved on status writing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 slips at leadership review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update format across all projects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enters review having already read a grounded update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Slippage spotted before the miss — not after the post-mortem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asks mean unblocks happen faster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spend Friday closing out work, not writing about it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lock the format so every project update looks the same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“Friday used to mean three hours of copy-paste. Now I review the draft, make two edits, and send it.”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PM persona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project.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week.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manual work.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PMO Status Agent reads your project tools, surfaces what matters, and drafts the leadership update — automatically, every week.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