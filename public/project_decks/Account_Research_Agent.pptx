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Research &amp;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Solutioning Agent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pre-call agent that researches an account, writes the brief, and drafts a tailored solution narrative and first-cut deck for the deal team.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4hrs→30m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pre-meeting prep time reduction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brief per account, every time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quality variation between reps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First-cut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generated before the call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Research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 is slow and pitch quality varies by rep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spend hours before every meeting gathering company signals and assembling a relevant pitch — and the quality of what they walk in with varies by who did the prep.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Signals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filings, LinkedIn and product pages scattered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Context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structure for what to capture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Fit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narrative written from scratch each time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Deck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quality depends on the individual rep’s effort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hrs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prep before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enterprise meeting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playbook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varies by rep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draft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before the call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can spend four hours prepping for a call and still feel like I’m winging the pitch. The research is there — the narrative isn’t.”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enterprise rep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Research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company name to call-ready deck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pulls public signals about the target company — news, filings, LinkedIn, product pages and recent activity.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synthesises the signals into a structured account brief: context, priorities, risks and where our solution fits.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solution narrative is drafted, tailored to the account’s specific situation and mapped to our offering.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fit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map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first-cut sales deck is generated for the deal team to refine — ready before the call, not after.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slides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doc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handoff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Research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orchestration across the Claude API and ChatGPT for research and drafting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(Python + public signals)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+ filings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signals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 (Claude API)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brief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ranking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build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output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 (ChatGPT)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narrative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map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structure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brief  ·  Solution narrative  ·  First-cut deck  ·  Ready before the call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Research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blank-page prep. Every feature gets the rep to the meeting faster and better prepared.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Account Research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pulls and structures public signals for any target account — news, filings, LinkedIn activity, product pages and competitive context.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Pre-Call Brief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synthesises the research into a consistent brief: account context, strategic priorities, risks and where our offering fits — same format every time.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format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Tailored Solution Narrative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narrative is written for this account — their language, their priorities, their context — not a generic product pitch.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Account-specific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language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First-Draft Deck Generation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first-cut sales deck is generated and ready for the team to refine — structure, narrative and talking points already in place.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Team-refinable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Research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4hrs→30m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pre-meeting prep time reduction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pitches across the whole team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front of customers, less on prep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walk in with a brief, a narrative and a deck — every meeting, every rep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quality no longer depends on how much time a rep had before the call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teams refine rather than create — faster to a polished deck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briefs are consistent in structure, making coaching and review easier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depth improves as signal sources and prompts are refined over 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used to spend Sunday afternoon prepping for Monday’s calls. Now I read a brief in the car park. I walk in knowing their business better than I used to after a week of prep.”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enterprise rep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done.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written.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Deck ready.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Research Agent hands every rep a structured brief, a tailored narrative and a first-cut deck — before they walk into the meeting.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