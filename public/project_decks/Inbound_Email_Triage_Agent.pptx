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Inbound Email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 agent that classifies inbound email, drafts context-aware replies, and queues CRM follow-ups for one-click approval.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inbound first-response handling automated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with CRM context, not cold responses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instead of compose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approval for reply and follow-up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Triage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Inbound piles up before any real work can start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piles up and someone has to read, categorise and draft a first response to each one — before any real work happens.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Inbound Email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arriving faster than they can be triaged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unclear until someone reads the whole thread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Reply Drafts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written from scratch, no CRM context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Queue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missed or logged manually after the fact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spent triaging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before useful work begins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CRM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on replies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manually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classifying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spend the first two hours every day just reading and sorting email. By the time I get to real work, half the morning is gone.”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sales and ops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Triage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inbound email to approved reply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incoming email is screened and classified by intent — inquiry, complaint, renewal, spam or other — by Claude.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flag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trigger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Contextualise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is matched in HubSpot and the relevant CRM context is pulled — relationship stage, history, open deals.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match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stage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pull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reply is drafted for the classified intent, referencing the sender’s history and relevant details from the CRM.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draft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match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context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and a follow-up CRM task are queued for one-click human approval — approve, edit or discard.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queue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task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Triage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classification and drafting, orchestrated with n8n and connected to HubSpot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(Inbound email)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inbox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identity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history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(n8n)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receive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Claude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lookup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output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(Claude)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draft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match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context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reply  ·  CRM follow-up task  ·  One-click approval  ·  HubSpot updated on send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Triage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 inbox triage. Every feature moves the team from composing to approving.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Classification on Inbound Mail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each inbound email and classifies its intent — inquiry, complaint, renewal, support or spam — before anyone on the team touches it.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Reply Drafting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are drafted using the sender’s CRM history, relationship stage and open deals — not a generic template.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context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Follow-Up Queuing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task is created in HubSpot for every email that warrants one — correctly categorised, assigned and timed.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native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Approval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and follow-up task goes to a one-click approval queue — humans approve, edit or discard. Nothing sends without a person in the loop.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discard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Triage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inbound first-response handling automated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with full CRM context attached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instead of compose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time on responses that actually need them, not on routine triage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uses CRM context — personalised, not templated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tasks created automatically — nothing falls through the gap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updated on every send — contact history always current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improves as intent patterns and approval feedback are refined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used to spend two hours every morning on email before I could start selling. Now I spend fifteen minutes approving replies that are already drafted.”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sales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email triaged.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reply drafted.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approve.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Inbound Email Triage Agent reads every email, classifies intent, drafts a context-aware reply and queues it for one-click approval — nobody composes from scratch.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