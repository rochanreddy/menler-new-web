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Summariser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keeps integration guides current by reading the source API references and changelogs directly.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GitHub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hours for integration ramp-up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breaking-change detection on every run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drift from the codebase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via GitHub pull request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 Summariser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docs drift from the code and nobody has time to fix them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 docs drift from the code, and engineers lose days reverse-engineering references and spotting breaking changes by hand.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References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and parameters that diverged from the 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Changelogs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no one converts into readable guides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Guides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written once, never updated with breaking changes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Teams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have to work out the diff by hand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reverse-engineering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API changes per integration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code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undiscovered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per-team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found out about the breaking change after we deployed. The changelog existed — nobody had time to read it and translate it into what it meant for us.”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engineering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 Summariser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source repo to current integration guide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crawls internal API references and changelogs directly from the repos via MCP.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crawl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parameters and version deltas are extracted into a structured model for each API.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delta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a readable integration guide tailored to each consumer team’s context.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draft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context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are flagged with impact notes and delivered via GitHub PRs and issues to affected teams.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delivery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notes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 Summariser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doc work. Every feature keeps the guides as current as the code.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Crawl of Refs and Changelogs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crawls API references and changelogs from source repos on every run — no manual sync needed.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diffs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Auto-Drafted Integration Guides per Consumer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readable integration guide is drafted for each consumer team — written in their context, not generic reference prose.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Per-team guide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context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Breaking-Change Detection with Impact Notes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diffs are analysed for breaking changes. Each one gets an impact note explaining what downstream teams need to change.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notes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GitHub-Native Delivery via PRs and Issues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are opened as PRs for review. Breaking-change alerts arrive as issues assigned to the affected teams.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delivery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alerts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 Summariser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Python agent on the Claude API, with MCP connectors into GitHub for source access and delivery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(GitHub MCP)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tags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 (Python agent)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crawl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extraction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delta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model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(Claude API)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drafting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Breaking-change flag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notes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targeting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guide PR  ·  Breaking-change issue  ·  Impact notes  ·  Assigned to affected team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 Summariser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hours for integration ramp-up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that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code instead of drifting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Caught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before they reach consumers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integrate against guides that reflect the current code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surface with impact notes, not raw diffs to decode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teams receive GitHub issues assigned directly to them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are PRs — reviewable, versioned and merged into the repo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effort to keep docs in sync with a moving codebase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breaking-change notice came as a GitHub issue two days before the release. That’s the first time we’ve ever had that.”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consumer team engineering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that track the code.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Guides that write themselves.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changes caught early.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Doc Summariser crawls source repos, drafts current integration guides and flags breaking changes — delivered as GitHub PRs and issues to the teams that need them.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