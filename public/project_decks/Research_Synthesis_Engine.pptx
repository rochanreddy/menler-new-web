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Synthesis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Insight Engine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agent that reads across everything and returns a cited, contradiction-aware landscape you can actually defend.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hours per research cycle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claims cited to a source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untraceable figures in the output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flagging across sources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research is slow, siloed and hard to trust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web data and internal reports live in separate places — with no single view of what the evidence actually says.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PDFs &amp; Reports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papers and reports read manually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with no provenance or cross-check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Docs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decks with figures no one can trace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Notes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notes with no citation trail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for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competitive research cycle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of evidence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sources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surfaced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spent two days building the competitive slide. Then someone asked where the market-size figure came from, and no one could say.”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product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raw sources to a defensible landscape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 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fans out in parallel across PDFs, live web search results and internal reports simultaneously.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fetch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figures and themes are extracted from each source with a direct citation attached at point of capture.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capture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extract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tagging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are compared against each other. Conflicting figures or claims are flagged explicitly for human review.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compare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review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competitor and market landscape is produced with every figure linked back to its source.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table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report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noise. Every feature serves the researcher who needs to defend their work.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Parallel Research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live web search and internal reports queried in parallel — one research run covers the full source set.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Citation on Every Figure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number, claim and theme carries a direct link to the source it came from — captured at extract time, not added later.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citations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drill-down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Contradiction Flagging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sources disagree on a figure or claim, the conflict is flagged explicitly so a human can adjudicate.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Landscape Output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structured competitor and market table — ready to drop into a strategy doc or board deck.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table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 with web search and tool use, plus citation tracking across the full source set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 (Parallel ingestion)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reports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notes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 (Claude API + tool use)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capture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tagging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attach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 (Cross-check + output)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compare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draft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index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table  ·  Competitor profiles  ·  Inline citations  ·  Conflict report  ·  Full source index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hours per research cycle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claims cited to a source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flagging with no manual triage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move from reading to evaluating — not compiling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traceable to its source at point of capture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surfaced automatically so reviewers only adjudicate real conflicts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output drops straight into a strategy doc or board slide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defensible by design — every claim has a source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used to spend a day just validating the market-size numbers. Now that validation is built in — conflicts come to us.”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strategy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source.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conflict surfaced.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Synthesis Engine reads across your full source set and returns a cited, contradiction-aware landscape you can actually defend.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