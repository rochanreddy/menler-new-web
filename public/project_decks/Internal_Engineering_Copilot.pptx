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Engineering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in-IDE copilot grounded in your own repos and docs that scaffolds code, reviews it against internal context, and drafts the design notes.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RAG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design-to-first-PR time reduction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in-IDE capabilities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context-wiring before first PR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 over private codebase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Copilot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doesn’t know your codebase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the slow early hours of every task wiring up context, conventions and design before they can write a single line that actually ships.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Repos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the generic model has never seen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Docs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and conventions not in any public dataset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Conventions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structure and style that exists only internally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decisions locked in old PRs and Confluence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loading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useful AI output is possible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repo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grounded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suggested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spend the first two hours of every new task just getting the AI to understand what we’re building and how we build it. Then I can actually start.”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senior engineer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Copilot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cold repo to shipped PR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docs and convention files are chunked, embedded and indexed into a local RAG retrieval layer.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is scaffolded following the team’s existing patterns, pulled directly from the indexed codebase.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style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is reviewed against internal standards. Deviations from house conventions are flagged inline.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check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flag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note is drafted from the change context without leaving the editor — ready to paste into a doc or PR.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snippet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Copilot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through the CLI and Cursor, with a Python retrieval layer over the internal codebase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  (RAG layer)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files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history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(Claude CLI + Cursor)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extension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commands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output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 (Grounded Claude)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review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check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draft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code  ·  Grounded review  ·  Convention flags  ·  Design note  ·  All in the 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Copilot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context-loading before useful work starts. Every feature serves the engineer in the IDE.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over Private Repos and Docs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repos, docs and convention files indexed locally. Retrieval that knows your codebase — not the public internet.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Pattern-Aware Code Scaffolding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is generated following the actual patterns in your codebase — names, structure and style that match the team.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patterns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Style-matched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Code Review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run against internal standards, not generic best practices. Convention deviations are flagged with context inline.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standards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flags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 in the IDE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design notes are generated from the change context without leaving the editor — ready to copy into a doc or PR.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IDE-native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PR-ready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Copilot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design-to-first-PR time reduction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matched by generated code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context-loading before real work starts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start building from a grounded scaffold, not from zero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catch convention drift before it reaches the PR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 drafted in the IDE without switching tools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 drops — the copilot carries the codebase context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 improves as the codebase grows and is re-indexed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used to spend the first morning on a new task just reading old PRs to understand our patterns. The copilot removed that entirely.”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senior engineer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codebase.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conventions.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IDE.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Engineering Copilot grounds Claude in your own repos and docs — scaffolding code, reviewing it and drafting design notes without leaving the editor.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