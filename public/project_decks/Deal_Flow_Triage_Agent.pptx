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7596"/>
            <a:ext cx="1054331" cy="28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</a:rPr>
              <a:t>menler</a:t>
            </a:r>
          </a:p>
        </p:txBody>
      </p:sp>
      <p:sp>
        <p:nvSpPr>
          <p:cNvPr id="3" name="Shape 1"/>
          <p:cNvSpPr/>
          <p:nvPr/>
        </p:nvSpPr>
        <p:spPr>
          <a:xfrm>
            <a:off x="411480" y="680466"/>
            <a:ext cx="740891" cy="1767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7592" y="327466"/>
            <a:ext cx="49987" cy="49987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2440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FA9EC"/>
                </a:solidFill>
                <a:latin typeface="Calibri" pitchFamily="34" charset="0"/>
              </a:rPr>
              <a:t>Your turning point in the AI era.</a:t>
            </a:r>
          </a:p>
        </p:txBody>
      </p:sp>
      <p:sp>
        <p:nvSpPr>
          <p:cNvPr id="6" name="Text 4"/>
          <p:cNvSpPr/>
          <p:nvPr/>
        </p:nvSpPr>
        <p:spPr>
          <a:xfrm>
            <a:off x="411480" y="1280160"/>
            <a:ext cx="3657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534AB7"/>
                </a:solidFill>
                <a:latin typeface="Calibri" pitchFamily="34" charset="0"/>
              </a:rPr>
              <a:t>PRODUCT OVERVIEW</a:t>
            </a:r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56692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</a:rPr>
              <a:t>Deal-flow</a:t>
            </a:r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</a:rPr>
              <a:t>Triage Agent</a:t>
            </a:r>
          </a:p>
        </p:txBody>
      </p:sp>
      <p:sp>
        <p:nvSpPr>
          <p:cNvPr id="8" name="Text 6"/>
          <p:cNvSpPr/>
          <p:nvPr/>
        </p:nvSpPr>
        <p:spPr>
          <a:xfrm>
            <a:off x="411480" y="298094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FA9EC"/>
                </a:solidFill>
                <a:latin typeface="Calibri" pitchFamily="34" charset="0"/>
              </a:rPr>
              <a:t>A first-pass analyst that turns an inbox full of pitch decks into partner-ready memos.</a:t>
            </a:r>
          </a:p>
        </p:txBody>
      </p:sp>
      <p:sp>
        <p:nvSpPr>
          <p:cNvPr id="9" name="Shape 7"/>
          <p:cNvSpPr/>
          <p:nvPr/>
        </p:nvSpPr>
        <p:spPr>
          <a:xfrm>
            <a:off x="41148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</a:rPr>
              <a:t>Claude API</a:t>
            </a:r>
          </a:p>
        </p:txBody>
      </p:sp>
      <p:sp>
        <p:nvSpPr>
          <p:cNvPr id="11" name="Shape 9"/>
          <p:cNvSpPr/>
          <p:nvPr/>
        </p:nvSpPr>
        <p:spPr>
          <a:xfrm>
            <a:off x="192024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</a:rPr>
              <a:t>Tool Use</a:t>
            </a:r>
          </a:p>
        </p:txBody>
      </p:sp>
      <p:sp>
        <p:nvSpPr>
          <p:cNvPr id="13" name="Shape 11"/>
          <p:cNvSpPr/>
          <p:nvPr/>
        </p:nvSpPr>
        <p:spPr>
          <a:xfrm>
            <a:off x="3429000" y="3456432"/>
            <a:ext cx="1417320" cy="228600"/>
          </a:xfrm>
          <a:prstGeom prst="roundRect">
            <a:avLst>
              <a:gd name="adj" fmla="val 20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29000" y="345643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</a:rPr>
              <a:t>RAG</a:t>
            </a:r>
          </a:p>
        </p:txBody>
      </p:sp>
      <p:sp>
        <p:nvSpPr>
          <p:cNvPr id="15" name="Shape 13"/>
          <p:cNvSpPr/>
          <p:nvPr/>
        </p:nvSpPr>
        <p:spPr>
          <a:xfrm>
            <a:off x="6720840" y="438912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53035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</a:rPr>
              <a:t>70%</a:t>
            </a:r>
          </a:p>
        </p:txBody>
      </p:sp>
      <p:sp>
        <p:nvSpPr>
          <p:cNvPr id="17" name="Text 15"/>
          <p:cNvSpPr/>
          <p:nvPr/>
        </p:nvSpPr>
        <p:spPr>
          <a:xfrm>
            <a:off x="6812280" y="91440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</a:rPr>
              <a:t>less screening time</a:t>
            </a:r>
          </a:p>
        </p:txBody>
      </p:sp>
      <p:sp>
        <p:nvSpPr>
          <p:cNvPr id="18" name="Shape 16"/>
          <p:cNvSpPr/>
          <p:nvPr/>
        </p:nvSpPr>
        <p:spPr>
          <a:xfrm>
            <a:off x="6720840" y="1289304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1380744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</a:rPr>
              <a:t>4</a:t>
            </a:r>
          </a:p>
        </p:txBody>
      </p:sp>
      <p:sp>
        <p:nvSpPr>
          <p:cNvPr id="20" name="Text 18"/>
          <p:cNvSpPr/>
          <p:nvPr/>
        </p:nvSpPr>
        <p:spPr>
          <a:xfrm>
            <a:off x="6812280" y="176479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</a:rPr>
              <a:t>data sources ingested</a:t>
            </a:r>
          </a:p>
        </p:txBody>
      </p:sp>
      <p:sp>
        <p:nvSpPr>
          <p:cNvPr id="21" name="Shape 19"/>
          <p:cNvSpPr/>
          <p:nvPr/>
        </p:nvSpPr>
        <p:spPr>
          <a:xfrm>
            <a:off x="6720840" y="2139696"/>
            <a:ext cx="1965960" cy="777240"/>
          </a:xfrm>
          <a:prstGeom prst="roundRect">
            <a:avLst>
              <a:gd name="adj" fmla="val 9412"/>
            </a:avLst>
          </a:prstGeom>
          <a:solidFill>
            <a:srgbClr val="1A1540"/>
          </a:solidFill>
          <a:ln w="6350">
            <a:solidFill>
              <a:srgbClr val="534AB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2231136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</a:rPr>
              <a:t>1 memo</a:t>
            </a:r>
          </a:p>
        </p:txBody>
      </p:sp>
      <p:sp>
        <p:nvSpPr>
          <p:cNvPr id="23" name="Text 21"/>
          <p:cNvSpPr/>
          <p:nvPr/>
        </p:nvSpPr>
        <p:spPr>
          <a:xfrm>
            <a:off x="6812280" y="261518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FA9EC"/>
                </a:solidFill>
                <a:latin typeface="Calibri" pitchFamily="34" charset="0"/>
              </a:rPr>
              <a:t>per deal, auto-drafted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Deal-flow Triage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Associates burn hours on every inbound deck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107416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signal buries the few companies that actually fit the fund’s thesis.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366774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9496" y="1439926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Pitch Decks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9496" y="1659382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PDFs, links and decks from any source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2250377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9496" y="2323529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 Emails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9496" y="2542985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40–80 task updates per week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133979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39496" y="3207131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Data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9496" y="3426587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Crunchbase, LinkedIn, news and filings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4017581"/>
            <a:ext cx="1828800" cy="810451"/>
          </a:xfrm>
          <a:prstGeom prst="roundRect">
            <a:avLst>
              <a:gd name="adj" fmla="val 7898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9496" y="4090733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 Deal Memos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" y="4310190"/>
            <a:ext cx="1572768" cy="462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thesis and historical decisions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331720" y="3097403"/>
            <a:ext cx="22860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51760" y="1366774"/>
            <a:ext cx="6080760" cy="804672"/>
          </a:xfrm>
          <a:prstGeom prst="roundRect">
            <a:avLst>
              <a:gd name="adj" fmla="val 9091"/>
            </a:avLst>
          </a:prstGeom>
          <a:solidFill>
            <a:srgbClr val="261F5C"/>
          </a:solidFill>
          <a:ln w="12700">
            <a:solidFill>
              <a:srgbClr val="261F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79776" y="1439926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200+</a:t>
            </a:r>
            <a:endParaRPr lang="en-US" sz="4000" dirty="0"/>
          </a:p>
        </p:txBody>
      </p:sp>
      <p:sp>
        <p:nvSpPr>
          <p:cNvPr id="28" name="Text 26"/>
          <p:cNvSpPr/>
          <p:nvPr/>
        </p:nvSpPr>
        <p:spPr>
          <a:xfrm>
            <a:off x="3822192" y="1476502"/>
            <a:ext cx="47640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decks inbound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month — manually screened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51760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651760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standard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651760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 format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03064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03064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Buried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703064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thesis-fit deals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754368" y="2244598"/>
            <a:ext cx="1978152" cy="603504"/>
          </a:xfrm>
          <a:prstGeom prst="roundRect">
            <a:avLst>
              <a:gd name="adj" fmla="val 10606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754368" y="2308606"/>
            <a:ext cx="1978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34AB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200+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754368" y="2592070"/>
            <a:ext cx="1978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deck reviewed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651760" y="2921254"/>
            <a:ext cx="6080760" cy="640080"/>
          </a:xfrm>
          <a:prstGeom prst="roundRect">
            <a:avLst>
              <a:gd name="adj" fmla="val 10000"/>
            </a:avLst>
          </a:prstGeom>
          <a:solidFill>
            <a:srgbClr val="F1EEE8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2798064" y="3012694"/>
            <a:ext cx="5788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see 200+ decks a month. We can’t read every one. We need a first filter that actually knows our thesis.”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798064" y="3360166"/>
            <a:ext cx="578815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Composite CEO feedback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Deal-flow Triage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steps, from inbox to partner memo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245870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5870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1208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decks, founder emails and public data are ingested and parsed into raw deal signals.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02920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emails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02920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02920" y="3433318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433318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Crunchbase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418588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19172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53562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3562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610612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28900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Team, market, traction and the ask are pulled into a structured deal profile.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610612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10612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profile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610612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10612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size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610612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10612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data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526280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26864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461254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61254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18304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736592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is scored against the fund thesis using RAG over historical memos and investment criteria.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718304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18304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RAG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718304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18304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scoring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718304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18304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Red-flag scan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633972" y="2509774"/>
            <a:ext cx="9144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34556" y="1275334"/>
            <a:ext cx="1997964" cy="2468880"/>
          </a:xfrm>
          <a:prstGeom prst="roundRect">
            <a:avLst>
              <a:gd name="adj" fmla="val 3204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7568946" y="142163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68946" y="142163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825996" y="1842262"/>
            <a:ext cx="1815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Draft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844284" y="2153158"/>
            <a:ext cx="17785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partner-ready memo is drafted, plus follow-up questions tailored to the specific deck.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825996" y="2720086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25996" y="2720086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memo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825996" y="2957830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25996" y="2957830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Qs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6825996" y="3195574"/>
            <a:ext cx="1815084" cy="182880"/>
          </a:xfrm>
          <a:prstGeom prst="roundRect">
            <a:avLst>
              <a:gd name="adj" fmla="val 15000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825996" y="3195574"/>
            <a:ext cx="18150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rationale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Deal-flow Triage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capabilities that earn their place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11480" y="1074166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noise. Every feature serves the partner’s review process.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1366774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1564767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56476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68680" y="142163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Deck and Email Parsing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68680" y="1641094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Slack, Asana, GitHub &amp; Drive connected via MCP. No write permissions. Privacy-safe by design.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0056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0056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parsing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5959602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59602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ingestion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899148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99148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enrichment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838694" y="1583055"/>
            <a:ext cx="875538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38694" y="1583055"/>
            <a:ext cx="875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11480" y="2073656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2271649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227164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68680" y="212852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&amp; Decision Ranking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68680" y="2347976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over historical memos and investment criteria. Fit score with cited reasoning — not a black box.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20056" y="2289937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0056" y="2289937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× blast-radius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6899148" y="2289937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99148" y="2289937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reasoning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11480" y="2780538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02920" y="2978531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297853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68680" y="283540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Auto-Drafted Follow-Up Questions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68680" y="3054858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Ready-to-send follow-up question list tailored to the specific deck — gaps, red flags, and ask clarity.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020056" y="2996819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0056" y="2996819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Qs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899148" y="2996819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99148" y="2996819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Founder-ready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411480" y="3487420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7F6FF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02920" y="3685413"/>
            <a:ext cx="237744" cy="23774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368541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68680" y="354228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Red-Flag Detection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868680" y="3761740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inconsistent traction claims, missing market evidence, and ask mismatches before partner time is spent.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020056" y="3703701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0056" y="3703701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checks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6899148" y="3703701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99148" y="3703701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validation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411480" y="4194302"/>
            <a:ext cx="8321040" cy="633730"/>
          </a:xfrm>
          <a:prstGeom prst="roundRect">
            <a:avLst>
              <a:gd name="adj" fmla="val 10100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02920" y="4392295"/>
            <a:ext cx="237744" cy="2377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5" name="Text 53"/>
          <p:cNvSpPr/>
          <p:nvPr/>
        </p:nvSpPr>
        <p:spPr>
          <a:xfrm>
            <a:off x="502920" y="439229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868680" y="424916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/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868680" y="4468622"/>
            <a:ext cx="4023360" cy="304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020056" y="4410583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9" name="Text 57"/>
          <p:cNvSpPr/>
          <p:nvPr/>
        </p:nvSpPr>
        <p:spPr>
          <a:xfrm>
            <a:off x="5020056" y="4410583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6899148" y="4410583"/>
            <a:ext cx="1815084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1" name="Text 59"/>
          <p:cNvSpPr/>
          <p:nvPr/>
        </p:nvSpPr>
        <p:spPr>
          <a:xfrm>
            <a:off x="6899148" y="4410583"/>
            <a:ext cx="18150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Deal-flow Triage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790000"/>
            <a:ext cx="832104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API with tool use and a RAG layer over fund documents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45148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" y="152463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 (Parsed by Claude)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39496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578608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78608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emails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17720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656832" y="172580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56832" y="172580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Crunchbase / news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0" y="210070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227444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9496" y="234759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 (Claude API + Tool Use)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39496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profile extraction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578608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78608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fit scoring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17720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Red-flag detection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656832" y="254876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56832" y="254876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drafting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572000" y="292366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11480" y="309740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9496" y="317055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LAYER  (Fund documents)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39496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9496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memos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578608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78608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criteria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17720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617720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decisions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656832" y="3371723"/>
            <a:ext cx="1947672" cy="256032"/>
          </a:xfrm>
          <a:prstGeom prst="roundRect">
            <a:avLst>
              <a:gd name="adj" fmla="val 14286"/>
            </a:avLst>
          </a:prstGeom>
          <a:solidFill>
            <a:srgbClr val="F1EEE8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56832" y="3371723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documents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572000" y="3746627"/>
            <a:ext cx="0" cy="155448"/>
          </a:xfrm>
          <a:prstGeom prst="line">
            <a:avLst/>
          </a:prstGeom>
          <a:noFill/>
          <a:ln w="25400">
            <a:solidFill>
              <a:srgbClr val="534AB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1480" y="3920363"/>
            <a:ext cx="8321040" cy="640080"/>
          </a:xfrm>
          <a:prstGeom prst="roundRect">
            <a:avLst>
              <a:gd name="adj" fmla="val 8571"/>
            </a:avLst>
          </a:prstGeom>
          <a:solidFill>
            <a:srgbClr val="261F5C"/>
          </a:solidFill>
          <a:ln w="3810">
            <a:solidFill>
              <a:srgbClr val="C7C7D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9496" y="3993515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39496" y="4212971"/>
            <a:ext cx="8065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memo  ·  Follow-up questions  ·  Fit score  ·  Red flags  ·  Thesis citations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73152"/>
            <a:ext cx="512953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411480" y="261820"/>
            <a:ext cx="339575" cy="1016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9250" y="73152"/>
            <a:ext cx="30480" cy="30480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0" y="73152"/>
            <a:ext cx="3703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Deal-flow Triage Agent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258064"/>
            <a:ext cx="3200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434086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4864608"/>
            <a:ext cx="8321040" cy="0"/>
          </a:xfrm>
          <a:prstGeom prst="line">
            <a:avLst/>
          </a:prstGeom>
          <a:noFill/>
          <a:ln w="6350">
            <a:solidFill>
              <a:srgbClr val="C7C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4914900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11480" y="534670"/>
            <a:ext cx="8321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250" kern="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IMPACT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69011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numbers that justify the build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11480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261F5C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11480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21208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time on initial screening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21736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534AB7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21736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Consistent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3331464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 format across the team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031992" y="1183894"/>
            <a:ext cx="2700528" cy="1384772"/>
          </a:xfrm>
          <a:prstGeom prst="roundRect">
            <a:avLst>
              <a:gd name="adj" fmla="val 5283"/>
            </a:avLst>
          </a:prstGeom>
          <a:solidFill>
            <a:srgbClr val="F7F6FF"/>
          </a:solidFill>
          <a:ln w="381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1992" y="1311910"/>
            <a:ext cx="2700528" cy="6369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141720" y="1959367"/>
            <a:ext cx="2481072" cy="498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thesis-fit deals reach partner review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11480" y="2714970"/>
            <a:ext cx="5049317" cy="2113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unlocks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Associates redirected from reading to deciding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memo traces reasoning back to thesis documents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 surfaced before partner time is spent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traceable to its source — no need to ask anyone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26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questions drafted and ready to send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570525" y="3369165"/>
            <a:ext cx="3161995" cy="804672"/>
          </a:xfrm>
          <a:prstGeom prst="roundRect">
            <a:avLst>
              <a:gd name="adj" fmla="val 7955"/>
            </a:avLst>
          </a:prstGeom>
          <a:solidFill>
            <a:srgbClr val="F1EEE8"/>
          </a:solidFill>
          <a:ln w="5080">
            <a:solidFill>
              <a:srgbClr val="C7C7D6"/>
            </a:solidFill>
            <a:prstDash val="solid"/>
          </a:ln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16829" y="3478893"/>
            <a:ext cx="286938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6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agent handles the inbox. We handle the conviction.”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16829" y="3936093"/>
            <a:ext cx="286938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Target VC team persona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1F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97596"/>
            <a:ext cx="1054331" cy="287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menler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680466"/>
            <a:ext cx="740891" cy="1767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07592" y="327466"/>
            <a:ext cx="49987" cy="49987"/>
          </a:xfrm>
          <a:prstGeom prst="ellipse">
            <a:avLst/>
          </a:prstGeom>
          <a:solidFill>
            <a:srgbClr val="1E9E75"/>
          </a:solidFill>
          <a:ln w="12700">
            <a:solidFill>
              <a:srgbClr val="1E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24408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turning point in the AI era.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8321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inbox.</a:t>
            </a:r>
            <a:endParaRPr lang="en-US" sz="4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missed signals.</a:t>
            </a:r>
            <a:endParaRPr lang="en-US" sz="4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Partner-ready in minutes.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3255264"/>
            <a:ext cx="6537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AFA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Deal-flow Triage Agent reads every inbound deck and email, scores fit against your thesis, and delivers a partner-ready memo — automatically.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3858768"/>
            <a:ext cx="2011680" cy="0"/>
          </a:xfrm>
          <a:prstGeom prst="line">
            <a:avLst/>
          </a:prstGeom>
          <a:noFill/>
          <a:ln w="19050">
            <a:solidFill>
              <a:srgbClr val="534A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40050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CEO Decision-Intelligence Agent</dc:title>
  <dc:subject>Project Overview</dc:subject>
  <dc:creator>Menler</dc:creator>
  <cp:lastModifiedBy>Menler</cp:lastModifiedBy>
  <cp:revision>1</cp:revision>
  <dcterms:created xsi:type="dcterms:W3CDTF">2026-06-09T18:45:29Z</dcterms:created>
  <dcterms:modified xsi:type="dcterms:W3CDTF">2026-06-09T18:45:29Z</dcterms:modified>
</cp:coreProperties>
</file>