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RAG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+ MCP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retrieval service that grounds Claude in your documents, with the evals and tooling to ship 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SDK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&lt;800ms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response time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dimensions in RAGAS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on grounded answers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0088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for Claude Desktop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RAG + MCP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 are easy. Production RAG is not.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RAG prototypes work in a notebook. Shipping one that is fast, evaluated and maintainable is a different problem.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retrieval and no caching pushes p95 over 2s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 harness means regressions reach prod silently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tracing, no latency breakdown, no alert on drift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blocks unreviewed architectures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needed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RAG demo-to-prod gap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evals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demos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caching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by default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MCP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Claude Desktop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had a working demo in a week. It took three more months to make it fast enough, evaluated enough, and secure enough to ship.”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engineering team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RAG + MCP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from raw documents to grounded, evaluated answers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chunked with overlap, embedded using a text-embedding model and stored in a managed vector DB.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embed at runtime. Cosine search returns top-k chunks, then a cross-encoder reranker re-orders by relevance.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search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dedup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answers using only the retrieved context, injects citations, and respects a system prompt grounding policy.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inject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Halluc. guard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scores faithfulness, answer relevancy, context precision and recall on every change before merge.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RAG + MCP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 bloat. Every feature serves the CEO’s Monday morning.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Ingestion Pipeline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loader, chunker, embedder and vector-store writer as a single orchestrated Python service.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Decision Ranking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cache on the system prompt. Redis semantic cache on repeated queries. p95 under 800ms in production.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RAGAS Eval Suite in CI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Faithfulness, answer relevancy, context precision and recall scored on every PR. Regressions block the merge.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MCP Server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SDK server exposes search, summarise and fetch-doc as tools. Claude Desktop connects over SSE — no local proxy.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transport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RAG + MCP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790000"/>
            <a:ext cx="83210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services, managed vector DB, MCP SDK and the Claude API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 (Python service)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Chunker + embedder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(managed)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index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 (Query service)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search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dedup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 (Claude API)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injection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Halluc. guard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semantic cache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 ·  Citations  ·  RAGAS eval gate  ·  Remote MCP tools  ·  &lt;800ms p95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RAG + MCP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&lt;800ms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end-to-end latency in production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Eval-gated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catch regressions early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Ship-ready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enterprise security review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under 800ms with prompt cache + Redis semantic cache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CI gate prevents accuracy regressions reaching prod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MCP server connects internal tools to Claude Desktop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injection makes every answer auditable to its source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Enterprise-ready: no third-party data egress, full audit log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RAGAS gate caught a 12-point faithfulness drop the day we switched embedding models. Without it that would have shipped.”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ML engineering team feedback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Evaluated.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Enterprise-ready.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RAG pipeline ships with the retrieval, caching, evals and MCP tooling your enterprise deployment actually needs.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